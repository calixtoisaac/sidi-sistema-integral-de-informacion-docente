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af490f58-7be0-07ee-50c1-97bdad90a8e4}">
          <p14:sldIdLst>
            <p14:sldId id="256"/>
          </p14:sldIdLst>
        </p14:section>
        <p14:section name="Equipo y reglas" id="{d56cfb6d-0578-56e5-5da3-01107332ba85}">
          <p14:sldIdLst>
            <p14:sldId id="257"/>
            <p14:sldId id="258"/>
          </p14:sldIdLst>
        </p14:section>
        <p14:section name="Backlog" id="{dd9c5883-9592-de46-455c-0cda58181094}">
          <p14:sldIdLst>
            <p14:sldId id="259"/>
            <p14:sldId id="260"/>
            <p14:sldId id="261"/>
          </p14:sldIdLst>
        </p14:section>
        <p14:section name="Sprints" id="{c35a8fb6-9579-bbbb-bda4-17ff855c8f84}">
          <p14:sldIdLst>
            <p14:sldId id="262"/>
            <p14:sldId id="263"/>
            <p14:sldId id="264"/>
          </p14:sldIdLst>
        </p14:section>
        <p14:section name="Documentos" id="{b075bf38-a7e1-db25-3a64-f56165286d8d}">
          <p14:sldIdLst>
            <p14:sldId id="265"/>
            <p14:sldId id="266"/>
          </p14:sldIdLst>
        </p14:section>
        <p14:section name="Cierre" id="{946a9fdd-cab1-da6b-6179-36ff7d7830a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SIDI · Sistema Integral de Información Docente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SIDI · Backlog y Plan de Sprints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Qué entregar, cuándo y dónde consultar cada indicación · 2 semanas, avances diarios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Master: Calixto Isaac Galeana Medrano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hace qué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57400" cy="45720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164592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0432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Saraí Cecilio Rascón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31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con el cliente, valida prototipos de vistas y entrega el producto final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2057400" cy="45720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64592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Calixto Isaac Galeana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931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tecnologías, dirige sprints y es el único que aprueba Pull Requests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371600"/>
            <a:ext cx="2057400" cy="45720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50992" y="1645920"/>
            <a:ext cx="822960" cy="822960"/>
          </a:xfrm>
          <a:prstGeom prst="ellipse">
            <a:avLst/>
          </a:prstGeom>
          <a:solidFill>
            <a:srgbClr val="5B6CB3"/>
          </a:solidFill>
          <a:ln w="12700">
            <a:solidFill>
              <a:srgbClr val="5B6C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50992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Hernández Garrido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931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cálculo de descuentos, lectura y exportación de Excel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69480" y="1371600"/>
            <a:ext cx="2057400" cy="45720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1272" y="1645920"/>
            <a:ext cx="822960" cy="82296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91272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Uziel García Duarte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estructura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931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migraciones, estructura del proyecto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09760" y="1371600"/>
            <a:ext cx="2057400" cy="457200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31552" y="164592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31552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646920" y="2651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Huesca Ramírez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(apoyo Back)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46920" y="3931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Pantallas, tabla interactiva, gráficas; apoya a Matías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 oro: todo pasa por un Pull Request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rama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feature/hu-02-carga-excel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fix/validacion-curp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(siempre desde develop)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82112" y="2651760"/>
            <a:ext cx="228600" cy="36576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691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tu avance diario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Commits: feat(excel): 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62472" y="2651760"/>
            <a:ext cx="228600" cy="36576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691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PR a develop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HU, capturas,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del día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42832" y="2651760"/>
            <a:ext cx="228600" cy="365760"/>
          </a:xfrm>
          <a:prstGeom prst="rightArrow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4630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72600" y="169164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726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6916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revisa y aprueba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25603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él puede fusionar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y main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6F6F1"/>
          </a:solidFill>
          <a:ln w="12700">
            <a:solidFill>
              <a:srgbClr val="E6F6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</a:t>
            </a:r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solo al cierre de cada sprint (Isaac)    </a:t>
            </a:r>
            <a:pPr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</a:t>
            </a:r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PRs diarios    </a:t>
            </a:r>
            <a:pPr indent="0" marL="0">
              <a:buNone/>
            </a:pPr>
            <a:r>
              <a:rPr lang="en-US" sz="15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 · fix/*</a:t>
            </a:r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← tu trabajo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 push --force a main o develop. Un PR por integrante por día como mínimo.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 historias del cliente (épicas)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26464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26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8074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EP-01 · Coordinadora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80744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seguimiento para consultar la información de los maestros más rápido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04872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5915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EP-02 · Coordinadora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359152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del descuento quincenal por inasistencias según el tipo de clase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337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EP-03 · Coordinadora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3375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a quienes dan clases este semestre, agregar maestros y suspender inactivos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61688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361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31596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EP-04 · Coordinadora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4315968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para mejorar el análisis de la información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340096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40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29437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EP-05 · Directiva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5294376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a los maestros por mejor calificación OPINA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priorizado · Sprint 1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583680"/>
                <a:gridCol w="731520"/>
                <a:gridCol w="1920240"/>
                <a:gridCol w="822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manual de docente (formulario)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· M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Excel con vista de cantidad y nombres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· U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Tabla: nombre, CURP, nacimiento, cumpleaños, nivel, títulos, OPINA, faltas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·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(nómina, contrato, CRN) y ficha extendida al clic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verde/gris y suspender docentes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·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semestre actual, orden alfabético/edad/títulos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por nombre, CURP, nómina o CRN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34 puntos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priorizado · Sprint 2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583680"/>
                <a:gridCol w="731520"/>
                <a:gridCol w="1920240"/>
                <a:gridCol w="822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faltas con tipo de clase y motivo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automático del descuento quincenal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· 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Inasistencias por semestre: total, quiénes, por 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administrativo con gráficas (primera vista)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·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OPINA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· M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 en los 3 formatos Excel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· U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B6C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HU-14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Asignaturas, departamento y horarios en la ficha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37 puntos · Total del proyecto: 71 puntos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Cronograma: 10 días hábiles, 2 sprints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Fundación y carga de datos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C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Descuentos, analítica y QA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" y="182880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56816" y="182880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568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73352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19072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+ alta manual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81528" y="182880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815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98064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Excel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182880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22776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68496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interactiva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30952" y="1828800"/>
            <a:ext cx="457200" cy="45720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309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47488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93208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búsqueda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55664" y="1828800"/>
            <a:ext cx="457200" cy="457200"/>
          </a:xfrm>
          <a:prstGeom prst="ellipse">
            <a:avLst/>
          </a:prstGeom>
          <a:solidFill>
            <a:srgbClr val="5B6CB3"/>
          </a:solidFill>
          <a:ln w="12700">
            <a:solidFill>
              <a:srgbClr val="5B6C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 y descuento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0376" y="1828800"/>
            <a:ext cx="457200" cy="457200"/>
          </a:xfrm>
          <a:prstGeom prst="ellipse">
            <a:avLst/>
          </a:prstGeom>
          <a:solidFill>
            <a:srgbClr val="5B6CB3"/>
          </a:solidFill>
          <a:ln w="12700">
            <a:solidFill>
              <a:srgbClr val="5B6C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037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96912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42632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y gráficas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05088" y="1828800"/>
            <a:ext cx="457200" cy="457200"/>
          </a:xfrm>
          <a:prstGeom prst="ellipse">
            <a:avLst/>
          </a:prstGeom>
          <a:solidFill>
            <a:srgbClr val="5B6CB3"/>
          </a:solidFill>
          <a:ln w="12700">
            <a:solidFill>
              <a:srgbClr val="5B6C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0508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421624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67344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OPINA y reportes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29800" y="1828800"/>
            <a:ext cx="457200" cy="457200"/>
          </a:xfrm>
          <a:prstGeom prst="ellipse">
            <a:avLst/>
          </a:prstGeom>
          <a:solidFill>
            <a:srgbClr val="5B6CB3"/>
          </a:solidFill>
          <a:ln w="12700">
            <a:solidFill>
              <a:srgbClr val="5B6C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29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546336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592056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integrales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954512" y="1828800"/>
            <a:ext cx="457200" cy="457200"/>
          </a:xfrm>
          <a:prstGeom prst="ellipse">
            <a:avLst/>
          </a:prstGeom>
          <a:solidFill>
            <a:srgbClr val="5B6CB3"/>
          </a:solidFill>
          <a:ln w="12700">
            <a:solidFill>
              <a:srgbClr val="5B6C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9545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671048" y="2468880"/>
            <a:ext cx="1024128" cy="1645920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716768" y="2514600"/>
            <a:ext cx="9326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24528" y="4389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70248" y="4389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Revisión Sprint 1 con Saraí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848088" y="43891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93808" y="4389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Demo al cliente y merge a main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 termina con un PR por integrante revisado por Isaac.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· Entregas diarias por persona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47288"/>
                <a:gridCol w="3447288"/>
                <a:gridCol w="3438144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Uziel · 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Matías ·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CB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Sebastián · 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Repositorio, estructura de carpetas, esquema inicial (JSONB)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Express+TS, conexión a 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Layout: menú lateral y encabezado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de docentes, títulos, contratos; validaciones CURP/nómina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POST/GET /docentes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de alta manual en pasos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excel/confirm (inserción en lote)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Lector Excel y POST excel/preview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Arrastrar archivo + vista de cantidad y nombres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Relaciones asignaturas, horarios, departamentos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/docentes/:id y /resumen; PATCH estatus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Tabla, hover, ficha extendida, punto verde/gris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Índices de búsqueda y filtros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multicampo y filtros (semestre actual)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 de búsqueda, filtros y chips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5: revisión del Sprint 1 con Saraí (validación de vistas).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· Entregas diarias por persona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47288"/>
                <a:gridCol w="3447288"/>
                <a:gridCol w="3438144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Uziel · BD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Matías ·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CB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Sebastián · 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tipos_clase, tabla inasistencias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de descuento; resumen semestral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faltas y vista semestral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agregadas para KPIs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Endpoints /analytics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con KPIs y gráfica OPINA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Mapeo de campos a plantillas; ranking OPINA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 a los 3 formatos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Ranking, pantalla de reportes, horarios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prueba para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 de bugs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Pulido de UI y bugs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Apoyo a cierre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Apoyo a cierre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Apoyo a cierre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9: Saraí valida vistas contra requerimientos · Día 10: Isaac revisa PRs, fusiona a main; Saraí presenta al cliente.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documento consultar en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38728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Técnicos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RF/RNF, reglas de Excel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leen: Todos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371600"/>
            <a:ext cx="3538728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002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600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Historias, criterios de aceptación, días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leen: Todos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1371600"/>
            <a:ext cx="3538728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0456" y="16002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0456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43416" y="1600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Convenciones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0456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Carpetas, nombres, commits, flujo Git, plantilla de PR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0456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leen: Todos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538728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tipos, SQL, regla de descuento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leen: Uziel · Matías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70248" y="3749040"/>
            <a:ext cx="3538728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98848" y="39776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98848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UI/UX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498848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Bocetos de cada vista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498848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leen: Sebastián · Saraí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991856" y="3749040"/>
            <a:ext cx="3538728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0456" y="397764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0456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43416" y="3977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API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20456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JSON, códigos HTTP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220456" y="5394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leen: Matías · Sebastián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tarea está terminada cuando…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 fue aprobado por Isaac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8640" cy="54864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sus criterios de aceptación con evidencia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errores de consola ni de linter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77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Saraí validó la vista (si aplica)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0FA37F"/>
          </a:solidFill>
          <a:ln w="12700">
            <a:solidFill>
              <a:srgbClr val="0FA3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846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se actualizó si algo cambió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DEEE9"/>
          </a:solidFill>
          <a:ln w="12700">
            <a:solidFill>
              <a:srgbClr val="FDE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con el cliente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10312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formatos Excel institucionales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hora de cada tipo de clase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las calificaciones OPINA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requiere inicio de sesión?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Saraí, antes del Día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diario, entrega en 2 semanas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Dudas sobre alcance → Saraí · Dudas técnicas o de PRs → Isaac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DI">
  <a:themeElements>
    <a:clrScheme name="SIDI">
      <a:dk1>
        <a:srgbClr val="1B2135"/>
      </a:dk1>
      <a:lt1>
        <a:srgbClr val="FFFFFF"/>
      </a:lt1>
      <a:dk2>
        <a:srgbClr val="1E2761"/>
      </a:dk2>
      <a:lt2>
        <a:srgbClr val="EEF2F8"/>
      </a:lt2>
      <a:accent1>
        <a:srgbClr val="1E2761"/>
      </a:accent1>
      <a:accent2>
        <a:srgbClr val="0FA37F"/>
      </a:accent2>
      <a:accent3>
        <a:srgbClr val="F2A541"/>
      </a:accent3>
      <a:accent4>
        <a:srgbClr val="E4572E"/>
      </a:accent4>
      <a:accent5>
        <a:srgbClr val="5B6CB3"/>
      </a:accent5>
      <a:accent6>
        <a:srgbClr val="8A94A6"/>
      </a:accent6>
      <a:hlink>
        <a:srgbClr val="0FA37F"/>
      </a:hlink>
      <a:folHlink>
        <a:srgbClr val="5B6CB3"/>
      </a:folHlink>
    </a:clrScheme>
    <a:fontScheme name="SID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SIDI - Backlog y Sprints</dc:title>
  <dc:subject>PptxGenJS Presentation</dc:subject>
  <dc:creator>Calixto Isaac Galeana Medrano</dc:creator>
  <cp:lastModifiedBy>Calixto Isaac Galeana Medrano</cp:lastModifiedBy>
  <cp:revision>1</cp:revision>
  <dcterms:created xsi:type="dcterms:W3CDTF">2026-10-16T19:29:58Z</dcterms:created>
  <dcterms:modified xsi:type="dcterms:W3CDTF">2026-10-16T19:29:58Z</dcterms:modified>
</cp:coreProperties>
</file>